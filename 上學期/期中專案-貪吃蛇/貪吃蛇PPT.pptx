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6" r:id="rId3"/>
    <p:sldId id="258" r:id="rId4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6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FF"/>
    <a:srgbClr val="8B00FF"/>
    <a:srgbClr val="FF6347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6" autoAdjust="0"/>
    <p:restoredTop sz="94660"/>
  </p:normalViewPr>
  <p:slideViewPr>
    <p:cSldViewPr snapToGrid="0">
      <p:cViewPr>
        <p:scale>
          <a:sx n="50" d="100"/>
          <a:sy n="50" d="100"/>
        </p:scale>
        <p:origin x="1482" y="780"/>
      </p:cViewPr>
      <p:guideLst>
        <p:guide orient="horz" pos="3840"/>
        <p:guide pos="68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569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51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75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053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26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39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246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612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96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9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92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593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10E8A-9344-4798-AC03-8D3739BDB412}" type="datetimeFigureOut">
              <a:rPr lang="zh-TW" altLang="en-US" smtClean="0"/>
              <a:t>2022/11/27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FE06E-58C4-4FEF-8D34-5ADCC66F87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19025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674135" cy="121908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7FCD8B30-8AF6-6609-4D5C-8892C8856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945" y="1208410"/>
            <a:ext cx="8961493" cy="6642738"/>
          </a:xfrm>
        </p:spPr>
        <p:txBody>
          <a:bodyPr>
            <a:normAutofit/>
          </a:bodyPr>
          <a:lstStyle/>
          <a:p>
            <a:pPr algn="l"/>
            <a:r>
              <a:rPr lang="zh-TW" altLang="zh-TW" sz="7200" b="1" kern="10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  <a:t>程式設計</a:t>
            </a:r>
            <a:br>
              <a:rPr lang="en-US" altLang="zh-TW" sz="7200" b="1" kern="10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</a:br>
            <a:r>
              <a:rPr lang="zh-TW" altLang="zh-TW" sz="7200" b="1" kern="100" dirty="0"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  <a:t>期中專案</a:t>
            </a:r>
            <a:br>
              <a:rPr lang="en-US" altLang="zh-TW" sz="11900" b="1" kern="10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</a:br>
            <a:r>
              <a:rPr lang="zh-TW" altLang="zh-TW" sz="11900" b="1" kern="10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  <a:t>貪吃蛇</a:t>
            </a:r>
            <a:br>
              <a:rPr lang="zh-TW" altLang="zh-TW" sz="11900" kern="10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</a:br>
            <a:endParaRPr lang="zh-TW" altLang="en-US" sz="11900" dirty="0"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9" name="副標題 8">
            <a:extLst>
              <a:ext uri="{FF2B5EF4-FFF2-40B4-BE49-F238E27FC236}">
                <a16:creationId xmlns:a16="http://schemas.microsoft.com/office/drawing/2014/main" id="{680E1585-7323-B212-0544-527749493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945" y="8329400"/>
            <a:ext cx="7416697" cy="1841389"/>
          </a:xfrm>
        </p:spPr>
        <p:txBody>
          <a:bodyPr>
            <a:normAutofit/>
          </a:bodyPr>
          <a:lstStyle/>
          <a:p>
            <a:pPr algn="l"/>
            <a:r>
              <a:rPr lang="en-US" altLang="zh-TW" b="1" kern="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  <a:t>C110156246 / </a:t>
            </a:r>
            <a:r>
              <a:rPr lang="zh-TW" altLang="zh-TW" b="1" kern="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  <a:t>智商二乙</a:t>
            </a:r>
            <a:endParaRPr lang="en-US" altLang="zh-TW" b="1" kern="0" dirty="0">
              <a:effectLst/>
              <a:latin typeface="俐方體11號" pitchFamily="2" charset="-120"/>
              <a:ea typeface="俐方體11號" pitchFamily="2" charset="-120"/>
              <a:cs typeface="Times New Roman" panose="02020603050405020304" pitchFamily="18" charset="0"/>
            </a:endParaRPr>
          </a:p>
          <a:p>
            <a:pPr algn="l"/>
            <a:r>
              <a:rPr lang="zh-TW" altLang="zh-TW" b="1" kern="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  <a:t>王皓</a:t>
            </a:r>
            <a:r>
              <a:rPr lang="en-US" altLang="zh-TW" b="1" kern="0" dirty="0">
                <a:effectLst/>
                <a:latin typeface="俐方體11號" pitchFamily="2" charset="-120"/>
                <a:ea typeface="俐方體11號" pitchFamily="2" charset="-120"/>
                <a:cs typeface="Times New Roman" panose="02020603050405020304" pitchFamily="18" charset="0"/>
              </a:rPr>
              <a:t> WangHow</a:t>
            </a:r>
            <a:endParaRPr lang="zh-TW" altLang="zh-TW" b="1" kern="100" dirty="0">
              <a:effectLst/>
              <a:latin typeface="俐方體11號" pitchFamily="2" charset="-120"/>
              <a:ea typeface="俐方體11號" pitchFamily="2" charset="-120"/>
              <a:cs typeface="Times New Roman" panose="02020603050405020304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739914" y="0"/>
            <a:ext cx="4349021" cy="5777808"/>
            <a:chOff x="329184" y="1"/>
            <a:chExt cx="524256" cy="577780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75940" y="478798"/>
            <a:ext cx="10874008" cy="110378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A03F79C-242B-0513-8D46-3134B3A8F7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8" t="1666" r="34114" b="1666"/>
          <a:stretch/>
        </p:blipFill>
        <p:spPr>
          <a:xfrm>
            <a:off x="10027438" y="1019156"/>
            <a:ext cx="9971010" cy="9957107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906BAAA1-E58E-2F07-A82E-172776F47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45" y="1551816"/>
            <a:ext cx="2071460" cy="46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44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D878141-F463-1646-2312-8E63E485094C}"/>
              </a:ext>
            </a:extLst>
          </p:cNvPr>
          <p:cNvSpPr txBox="1"/>
          <p:nvPr/>
        </p:nvSpPr>
        <p:spPr>
          <a:xfrm>
            <a:off x="9938705" y="5483203"/>
            <a:ext cx="1796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俐方體11號" pitchFamily="2" charset="-120"/>
                <a:ea typeface="俐方體11號" pitchFamily="2" charset="-120"/>
              </a:rPr>
              <a:t>計分規則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B53CBE-9986-CB6C-E418-7B822BF70285}"/>
              </a:ext>
            </a:extLst>
          </p:cNvPr>
          <p:cNvSpPr/>
          <p:nvPr/>
        </p:nvSpPr>
        <p:spPr>
          <a:xfrm>
            <a:off x="9801585" y="5893708"/>
            <a:ext cx="452095" cy="45209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r>
              <a:rPr lang="en-US" altLang="zh-TW" sz="2025" b="1" dirty="0">
                <a:ln w="9525">
                  <a:solidFill>
                    <a:schemeClr val="bg1"/>
                  </a:solidFill>
                </a:ln>
                <a:solidFill>
                  <a:schemeClr val="bg1"/>
                </a:solidFill>
                <a:latin typeface="俐方體11號" pitchFamily="2" charset="-120"/>
                <a:ea typeface="俐方體11號" pitchFamily="2" charset="-120"/>
              </a:rPr>
              <a:t>+1</a:t>
            </a:r>
            <a:endParaRPr lang="zh-TW" altLang="en-US" sz="2025" b="1" dirty="0">
              <a:ln w="9525">
                <a:solidFill>
                  <a:schemeClr val="bg1"/>
                </a:solidFill>
              </a:ln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E054C5-6B2A-D8E6-055B-803ED589CFF5}"/>
              </a:ext>
            </a:extLst>
          </p:cNvPr>
          <p:cNvSpPr/>
          <p:nvPr/>
        </p:nvSpPr>
        <p:spPr>
          <a:xfrm>
            <a:off x="10611019" y="5893708"/>
            <a:ext cx="452095" cy="45209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sz="2025" b="1" dirty="0">
                <a:ln w="9525">
                  <a:solidFill>
                    <a:schemeClr val="bg1"/>
                  </a:solidFill>
                </a:ln>
                <a:solidFill>
                  <a:schemeClr val="bg1"/>
                </a:solidFill>
                <a:latin typeface="俐方體11號" pitchFamily="2" charset="-120"/>
                <a:ea typeface="俐方體11號" pitchFamily="2" charset="-120"/>
              </a:rPr>
              <a:t>+3</a:t>
            </a:r>
            <a:endParaRPr lang="zh-TW" altLang="en-US" sz="2025" b="1" dirty="0">
              <a:ln w="9525">
                <a:solidFill>
                  <a:schemeClr val="bg1"/>
                </a:solidFill>
              </a:ln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28516D-A530-5F77-35CD-A20A725A1D21}"/>
              </a:ext>
            </a:extLst>
          </p:cNvPr>
          <p:cNvSpPr/>
          <p:nvPr/>
        </p:nvSpPr>
        <p:spPr>
          <a:xfrm>
            <a:off x="11420451" y="5893708"/>
            <a:ext cx="452095" cy="452095"/>
          </a:xfrm>
          <a:prstGeom prst="rect">
            <a:avLst/>
          </a:prstGeom>
          <a:solidFill>
            <a:srgbClr val="8B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zh-TW" altLang="en-US" sz="2025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俐方體11號" pitchFamily="2" charset="-120"/>
                <a:ea typeface="俐方體11號" pitchFamily="2" charset="-120"/>
              </a:rPr>
              <a:t>死</a:t>
            </a:r>
            <a:endParaRPr lang="zh-TW" altLang="en-US" sz="2250" b="1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93421DB-DF84-2293-D81F-AB8824098191}"/>
              </a:ext>
            </a:extLst>
          </p:cNvPr>
          <p:cNvSpPr txBox="1"/>
          <p:nvPr/>
        </p:nvSpPr>
        <p:spPr>
          <a:xfrm>
            <a:off x="9679581" y="6324078"/>
            <a:ext cx="696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200" b="1" dirty="0">
                <a:ln w="3175">
                  <a:noFill/>
                </a:ln>
                <a:solidFill>
                  <a:srgbClr val="FF0000"/>
                </a:solidFill>
                <a:latin typeface="俐方體11號" pitchFamily="2" charset="-120"/>
                <a:ea typeface="俐方體11號" pitchFamily="2" charset="-120"/>
              </a:rPr>
              <a:t>紅</a:t>
            </a:r>
            <a:r>
              <a:rPr lang="zh-TW" altLang="en-US" sz="1200" b="1" dirty="0">
                <a:ln w="3175">
                  <a:noFill/>
                </a:ln>
                <a:latin typeface="俐方體11號" pitchFamily="2" charset="-120"/>
                <a:ea typeface="俐方體11號" pitchFamily="2" charset="-120"/>
              </a:rPr>
              <a:t>蘋果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104F90B-6323-840B-EA6F-85A68BD0EE47}"/>
              </a:ext>
            </a:extLst>
          </p:cNvPr>
          <p:cNvSpPr txBox="1"/>
          <p:nvPr/>
        </p:nvSpPr>
        <p:spPr>
          <a:xfrm>
            <a:off x="10489016" y="6324077"/>
            <a:ext cx="696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200" b="1" dirty="0">
                <a:ln w="3175">
                  <a:noFill/>
                </a:ln>
                <a:solidFill>
                  <a:srgbClr val="FFC000"/>
                </a:solidFill>
                <a:latin typeface="俐方體11號" pitchFamily="2" charset="-120"/>
                <a:ea typeface="俐方體11號" pitchFamily="2" charset="-120"/>
              </a:rPr>
              <a:t>金</a:t>
            </a:r>
            <a:r>
              <a:rPr lang="zh-TW" altLang="en-US" sz="1200" b="1" dirty="0">
                <a:ln w="3175">
                  <a:noFill/>
                </a:ln>
                <a:latin typeface="俐方體11號" pitchFamily="2" charset="-120"/>
                <a:ea typeface="俐方體11號" pitchFamily="2" charset="-120"/>
              </a:rPr>
              <a:t>蘋果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F8FB6A8-BA9E-E948-3334-10FA844B145A}"/>
              </a:ext>
            </a:extLst>
          </p:cNvPr>
          <p:cNvSpPr txBox="1"/>
          <p:nvPr/>
        </p:nvSpPr>
        <p:spPr>
          <a:xfrm>
            <a:off x="11298450" y="6324076"/>
            <a:ext cx="696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200" b="1" dirty="0">
                <a:ln w="3175">
                  <a:noFill/>
                </a:ln>
                <a:solidFill>
                  <a:srgbClr val="8B00FF"/>
                </a:solidFill>
                <a:latin typeface="俐方體11號" pitchFamily="2" charset="-120"/>
                <a:ea typeface="俐方體11號" pitchFamily="2" charset="-120"/>
              </a:rPr>
              <a:t>毒</a:t>
            </a:r>
            <a:r>
              <a:rPr lang="zh-TW" altLang="en-US" sz="1200" b="1" dirty="0">
                <a:ln w="3175">
                  <a:noFill/>
                </a:ln>
                <a:latin typeface="俐方體11號" pitchFamily="2" charset="-120"/>
                <a:ea typeface="俐方體11號" pitchFamily="2" charset="-120"/>
              </a:rPr>
              <a:t>蘋果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ABCCF2-697E-4D94-5BB8-5289EF805ED3}"/>
              </a:ext>
            </a:extLst>
          </p:cNvPr>
          <p:cNvSpPr/>
          <p:nvPr/>
        </p:nvSpPr>
        <p:spPr>
          <a:xfrm>
            <a:off x="10611022" y="4716823"/>
            <a:ext cx="452095" cy="452095"/>
          </a:xfrm>
          <a:prstGeom prst="rect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sz="2025" b="1" dirty="0">
                <a:solidFill>
                  <a:schemeClr val="bg1"/>
                </a:solidFill>
                <a:latin typeface="俐方體11號" pitchFamily="2" charset="-120"/>
                <a:ea typeface="俐方體11號" pitchFamily="2" charset="-120"/>
              </a:rPr>
              <a:t>+1</a:t>
            </a:r>
            <a:endParaRPr lang="zh-TW" altLang="en-US" sz="2025" b="1" dirty="0"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AB0A1F-9217-1254-3C65-77FC19BF5270}"/>
              </a:ext>
            </a:extLst>
          </p:cNvPr>
          <p:cNvSpPr/>
          <p:nvPr/>
        </p:nvSpPr>
        <p:spPr>
          <a:xfrm>
            <a:off x="11194405" y="4714884"/>
            <a:ext cx="452095" cy="452095"/>
          </a:xfrm>
          <a:prstGeom prst="rect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sz="2025" b="1" dirty="0">
                <a:solidFill>
                  <a:schemeClr val="bg1"/>
                </a:solidFill>
                <a:latin typeface="俐方體11號" pitchFamily="2" charset="-120"/>
                <a:ea typeface="俐方體11號" pitchFamily="2" charset="-120"/>
              </a:rPr>
              <a:t>+1</a:t>
            </a:r>
            <a:endParaRPr lang="zh-TW" altLang="en-US" sz="2025" b="1" dirty="0"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CEE8B9-0B49-B3CA-06FF-5E071748D2F7}"/>
              </a:ext>
            </a:extLst>
          </p:cNvPr>
          <p:cNvSpPr/>
          <p:nvPr/>
        </p:nvSpPr>
        <p:spPr>
          <a:xfrm>
            <a:off x="10027639" y="4714883"/>
            <a:ext cx="452095" cy="452095"/>
          </a:xfrm>
          <a:prstGeom prst="rect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sz="2025" b="1" dirty="0">
                <a:solidFill>
                  <a:schemeClr val="bg1"/>
                </a:solidFill>
                <a:latin typeface="俐方體11號" pitchFamily="2" charset="-120"/>
                <a:ea typeface="俐方體11號" pitchFamily="2" charset="-120"/>
              </a:rPr>
              <a:t>+1</a:t>
            </a:r>
            <a:endParaRPr lang="zh-TW" altLang="en-US" sz="2025" b="1" dirty="0"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CF0D6DD-A302-7C43-2B66-896BABF9496B}"/>
              </a:ext>
            </a:extLst>
          </p:cNvPr>
          <p:cNvSpPr/>
          <p:nvPr/>
        </p:nvSpPr>
        <p:spPr>
          <a:xfrm>
            <a:off x="10611020" y="4128558"/>
            <a:ext cx="452095" cy="452095"/>
          </a:xfrm>
          <a:prstGeom prst="rect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sz="2025" b="1" dirty="0">
                <a:solidFill>
                  <a:schemeClr val="bg1"/>
                </a:solidFill>
                <a:latin typeface="俐方體11號" pitchFamily="2" charset="-120"/>
                <a:ea typeface="俐方體11號" pitchFamily="2" charset="-120"/>
              </a:rPr>
              <a:t>+1</a:t>
            </a:r>
            <a:endParaRPr lang="zh-TW" altLang="en-US" sz="2025" b="1" dirty="0"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9788FA-AE2C-1F99-157B-3384389C6B4F}"/>
              </a:ext>
            </a:extLst>
          </p:cNvPr>
          <p:cNvSpPr/>
          <p:nvPr/>
        </p:nvSpPr>
        <p:spPr>
          <a:xfrm>
            <a:off x="10611021" y="3411226"/>
            <a:ext cx="452095" cy="452095"/>
          </a:xfrm>
          <a:prstGeom prst="rect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俐方體11號" pitchFamily="2" charset="-120"/>
                <a:ea typeface="俐方體11號" pitchFamily="2" charset="-120"/>
              </a:rPr>
              <a:t>S</a:t>
            </a:r>
            <a:endParaRPr lang="zh-TW" altLang="en-US" b="1" dirty="0"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9B7E13-D792-D287-4D6E-83FF4157D9D1}"/>
              </a:ext>
            </a:extLst>
          </p:cNvPr>
          <p:cNvSpPr/>
          <p:nvPr/>
        </p:nvSpPr>
        <p:spPr>
          <a:xfrm>
            <a:off x="11194404" y="3409287"/>
            <a:ext cx="452095" cy="452095"/>
          </a:xfrm>
          <a:prstGeom prst="rect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俐方體11號" pitchFamily="2" charset="-120"/>
                <a:ea typeface="俐方體11號" pitchFamily="2" charset="-120"/>
              </a:rPr>
              <a:t>D</a:t>
            </a:r>
            <a:endParaRPr lang="zh-TW" altLang="en-US" b="1" dirty="0"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3730A1-FA48-AE07-D4F2-6E5198664009}"/>
              </a:ext>
            </a:extLst>
          </p:cNvPr>
          <p:cNvSpPr/>
          <p:nvPr/>
        </p:nvSpPr>
        <p:spPr>
          <a:xfrm>
            <a:off x="10027638" y="3409286"/>
            <a:ext cx="452095" cy="452095"/>
          </a:xfrm>
          <a:prstGeom prst="rect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俐方體11號" pitchFamily="2" charset="-120"/>
                <a:ea typeface="俐方體11號" pitchFamily="2" charset="-120"/>
              </a:rPr>
              <a:t>A</a:t>
            </a:r>
            <a:endParaRPr lang="zh-TW" altLang="en-US" b="1" dirty="0"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9D87CC-3501-5971-70EA-B6171E65BBFB}"/>
              </a:ext>
            </a:extLst>
          </p:cNvPr>
          <p:cNvSpPr/>
          <p:nvPr/>
        </p:nvSpPr>
        <p:spPr>
          <a:xfrm>
            <a:off x="10611020" y="2822962"/>
            <a:ext cx="452095" cy="452095"/>
          </a:xfrm>
          <a:prstGeom prst="rect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俐方體11號" pitchFamily="2" charset="-120"/>
                <a:ea typeface="俐方體11號" pitchFamily="2" charset="-120"/>
              </a:rPr>
              <a:t>W</a:t>
            </a:r>
            <a:endParaRPr lang="zh-TW" altLang="en-US" b="1" dirty="0">
              <a:solidFill>
                <a:schemeClr val="bg1"/>
              </a:solidFill>
              <a:latin typeface="俐方體11號" pitchFamily="2" charset="-120"/>
              <a:ea typeface="俐方體11號" pitchFamily="2" charset="-120"/>
            </a:endParaRPr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D04766CC-B37B-BF58-81D0-7B140582B727}"/>
              </a:ext>
            </a:extLst>
          </p:cNvPr>
          <p:cNvSpPr/>
          <p:nvPr/>
        </p:nvSpPr>
        <p:spPr>
          <a:xfrm>
            <a:off x="10785625" y="4198800"/>
            <a:ext cx="102880" cy="8869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6792E82F-686F-3061-1AE4-415F3F589A06}"/>
              </a:ext>
            </a:extLst>
          </p:cNvPr>
          <p:cNvSpPr/>
          <p:nvPr/>
        </p:nvSpPr>
        <p:spPr>
          <a:xfrm rot="10800000">
            <a:off x="10785673" y="4791683"/>
            <a:ext cx="102880" cy="8869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4E45AB8A-20E5-09C8-55FB-AECBF583E779}"/>
              </a:ext>
            </a:extLst>
          </p:cNvPr>
          <p:cNvSpPr/>
          <p:nvPr/>
        </p:nvSpPr>
        <p:spPr>
          <a:xfrm rot="5400000">
            <a:off x="11369014" y="4791683"/>
            <a:ext cx="102880" cy="8869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628AB708-2745-3851-34BB-DA755696FDA7}"/>
              </a:ext>
            </a:extLst>
          </p:cNvPr>
          <p:cNvSpPr/>
          <p:nvPr/>
        </p:nvSpPr>
        <p:spPr>
          <a:xfrm rot="16200000">
            <a:off x="10202243" y="4789060"/>
            <a:ext cx="102880" cy="8869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131804E-D2A8-BE68-674A-DA157D8447B4}"/>
              </a:ext>
            </a:extLst>
          </p:cNvPr>
          <p:cNvSpPr txBox="1"/>
          <p:nvPr/>
        </p:nvSpPr>
        <p:spPr>
          <a:xfrm>
            <a:off x="9444249" y="2228678"/>
            <a:ext cx="2785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b="1" dirty="0">
                <a:latin typeface="俐方體11號" pitchFamily="2" charset="-120"/>
                <a:ea typeface="俐方體11號" pitchFamily="2" charset="-120"/>
              </a:rPr>
              <a:t>遊戲介紹</a:t>
            </a:r>
          </a:p>
        </p:txBody>
      </p:sp>
    </p:spTree>
    <p:extLst>
      <p:ext uri="{BB962C8B-B14F-4D97-AF65-F5344CB8AC3E}">
        <p14:creationId xmlns:p14="http://schemas.microsoft.com/office/powerpoint/2010/main" val="373446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574D71B-7917-4BD7-887C-1D652DB0D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674135" cy="121908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F3CED3-3A11-97FB-D692-C29C7896953F}"/>
              </a:ext>
            </a:extLst>
          </p:cNvPr>
          <p:cNvSpPr txBox="1"/>
          <p:nvPr/>
        </p:nvSpPr>
        <p:spPr>
          <a:xfrm>
            <a:off x="13322385" y="4163758"/>
            <a:ext cx="7024565" cy="45045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9600" b="1" kern="1200" dirty="0">
                <a:ln w="38100">
                  <a:solidFill>
                    <a:srgbClr val="00FF00"/>
                  </a:solidFill>
                </a:ln>
                <a:solidFill>
                  <a:srgbClr val="00FF00"/>
                </a:solidFill>
                <a:latin typeface="俐方體11號" pitchFamily="2" charset="-120"/>
                <a:ea typeface="俐方體11號" pitchFamily="2" charset="-120"/>
                <a:cs typeface="+mj-cs"/>
              </a:rPr>
              <a:t>THANKS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9600" b="1" kern="1200" dirty="0">
                <a:ln w="38100">
                  <a:solidFill>
                    <a:srgbClr val="00FF00"/>
                  </a:solidFill>
                </a:ln>
                <a:solidFill>
                  <a:srgbClr val="00FF00"/>
                </a:solidFill>
                <a:latin typeface="俐方體11號" pitchFamily="2" charset="-120"/>
                <a:ea typeface="俐方體11號" pitchFamily="2" charset="-120"/>
                <a:cs typeface="+mj-cs"/>
              </a:rPr>
              <a:t>FOR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9600" b="1" kern="1200" dirty="0">
                <a:ln w="38100">
                  <a:solidFill>
                    <a:srgbClr val="00FF00"/>
                  </a:solidFill>
                </a:ln>
                <a:solidFill>
                  <a:srgbClr val="00FF00"/>
                </a:solidFill>
                <a:latin typeface="俐方體11號" pitchFamily="2" charset="-120"/>
                <a:ea typeface="俐方體11號" pitchFamily="2" charset="-120"/>
                <a:cs typeface="+mj-cs"/>
              </a:rPr>
              <a:t>WATCHING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632134" y="259055"/>
            <a:ext cx="3049739" cy="123140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3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24188" y="478800"/>
            <a:ext cx="10874009" cy="109723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2AE6ED0-C9BD-72E4-F5B0-70A2AD5F22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8" t="1666" r="34114" b="1666"/>
          <a:stretch/>
        </p:blipFill>
        <p:spPr>
          <a:xfrm>
            <a:off x="1675687" y="986412"/>
            <a:ext cx="9971009" cy="9957106"/>
          </a:xfrm>
          <a:prstGeom prst="rect">
            <a:avLst/>
          </a:prstGeom>
        </p:spPr>
      </p:pic>
      <p:sp>
        <p:nvSpPr>
          <p:cNvPr id="28" name="Rectangle 35">
            <a:extLst>
              <a:ext uri="{FF2B5EF4-FFF2-40B4-BE49-F238E27FC236}">
                <a16:creationId xmlns:a16="http://schemas.microsoft.com/office/drawing/2014/main" id="{6CF143E5-57C3-46A3-91A2-EDAA7A8E6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760" y="4896120"/>
            <a:ext cx="264911" cy="30398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B24C58FE-AB27-69B4-7117-9B45F3351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9967" y="9028152"/>
            <a:ext cx="3087153" cy="199862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256AC481-4630-978A-25D9-4429E7B4C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7120" y="9028152"/>
            <a:ext cx="2899406" cy="191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7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46</Words>
  <Application>Microsoft Office PowerPoint</Application>
  <PresentationFormat>自訂</PresentationFormat>
  <Paragraphs>22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俐方體11號</vt:lpstr>
      <vt:lpstr>Arial</vt:lpstr>
      <vt:lpstr>Calibri</vt:lpstr>
      <vt:lpstr>Calibri Light</vt:lpstr>
      <vt:lpstr>Office Theme</vt:lpstr>
      <vt:lpstr>程式設計 期中專案 貪吃蛇 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C110156246</dc:creator>
  <cp:lastModifiedBy>C110156246</cp:lastModifiedBy>
  <cp:revision>4</cp:revision>
  <dcterms:created xsi:type="dcterms:W3CDTF">2022-11-26T09:24:44Z</dcterms:created>
  <dcterms:modified xsi:type="dcterms:W3CDTF">2022-11-27T10:47:20Z</dcterms:modified>
</cp:coreProperties>
</file>